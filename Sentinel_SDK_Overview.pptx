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253728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53728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253728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53728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37776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37776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37776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7776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21824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21824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21824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021824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405872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05872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5872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405872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789920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789920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789920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789920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C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 •  VERSION 0.1  •  DRAFT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16002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82296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Error Observability SDK for FastAPI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" y="34290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middleware that captures request logs and tracebacks, embeds them with the Gemini API, and lets developers ask a built-in dashboard why an error happened and where to fix it — powered by Retrieval-Augmented Generation.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2960" y="4892040"/>
            <a:ext cx="2258568" cy="402336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892040"/>
            <a:ext cx="2258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Middleware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46120" y="4892040"/>
            <a:ext cx="2153412" cy="402336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892040"/>
            <a:ext cx="21534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64124" y="4892040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64124" y="48920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Search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46036" y="4892040"/>
            <a:ext cx="2363724" cy="402336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46036" y="4892040"/>
            <a:ext cx="23637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/sentinel Dashboard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674352" y="4892040"/>
            <a:ext cx="1943100" cy="402336"/>
          </a:xfrm>
          <a:prstGeom prst="roundRect">
            <a:avLst>
              <a:gd name="adj" fmla="val 50000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74352" y="4892040"/>
            <a:ext cx="19431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SDK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" y="6172200"/>
            <a:ext cx="10515600" cy="0"/>
          </a:xfrm>
          <a:prstGeom prst="line">
            <a:avLst/>
          </a:prstGeom>
          <a:noFill/>
          <a:ln w="12700">
            <a:solidFill>
              <a:srgbClr val="2332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→  Redis-free, self-hosted, semantic error 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“scroll the terminal” to “ask a question”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8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proposition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30552"/>
            <a:ext cx="457200" cy="457200"/>
          </a:xfrm>
          <a:prstGeom prst="ellipse">
            <a:avLst/>
          </a:prstGeom>
          <a:solidFill>
            <a:srgbClr val="E7FB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8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36192" y="2057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install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3774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middleware registration — no external log aggregator required.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874520"/>
            <a:ext cx="5074920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2130552"/>
            <a:ext cx="457200" cy="457200"/>
          </a:xfrm>
          <a:prstGeom prst="ellipse">
            <a:avLst/>
          </a:prstGeom>
          <a:solidFill>
            <a:srgbClr val="E7FBF5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8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31152" y="2057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dashboard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31152" y="237744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/sentinel is served directly by the same FastAPI app — identical on localhost and in production.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5074920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547872"/>
            <a:ext cx="457200" cy="457200"/>
          </a:xfrm>
          <a:prstGeom prst="ellipse">
            <a:avLst/>
          </a:prstGeom>
          <a:solidFill>
            <a:srgbClr val="E7FBF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8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36192" y="3474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error search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36192" y="37947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 find semantically related past errors instead of grepping raw logs.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291840"/>
            <a:ext cx="5074920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3547872"/>
            <a:ext cx="457200" cy="457200"/>
          </a:xfrm>
          <a:prstGeom prst="ellipse">
            <a:avLst/>
          </a:prstGeom>
          <a:solidFill>
            <a:srgbClr val="E7FBF5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8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31152" y="3474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explanations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31152" y="379476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grounds Gemini's answer in the real traceback, payload, and code context.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5074920" cy="1161288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4965192"/>
            <a:ext cx="457200" cy="457200"/>
          </a:xfrm>
          <a:prstGeom prst="ellipse">
            <a:avLst/>
          </a:prstGeom>
          <a:solidFill>
            <a:srgbClr val="E7FBF5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965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8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36192" y="48920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storage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36192" y="52120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by default for local dev; swappable for Postgres/pgvector or Redis in production.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moving parts: middleware, log store, embedding + RAG engine, and the /sentinel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E2E4A"/>
          </a:solidFill>
          <a:ln w="15875">
            <a:solidFill>
              <a:srgbClr val="2A3B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0020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508760" y="2148840"/>
            <a:ext cx="0" cy="36576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251460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13233D"/>
          </a:solidFill>
          <a:ln w="15875">
            <a:solidFill>
              <a:srgbClr val="1FC8A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C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16233A"/>
          </a:solidFill>
          <a:ln w="15875">
            <a:solidFill>
              <a:srgbClr val="2A3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17520"/>
            <a:ext cx="15636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SentinelMiddleware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310128"/>
            <a:ext cx="156362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(ASGI)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2926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6233A"/>
          </a:solidFill>
          <a:ln w="15875">
            <a:solidFill>
              <a:srgbClr val="2A3B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3017520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Routes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07208" y="3310128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/users, /orders 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3268980"/>
            <a:ext cx="182880" cy="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14600" y="3611880"/>
            <a:ext cx="0" cy="41148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292608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233A"/>
          </a:solidFill>
          <a:ln w="15875">
            <a:solidFill>
              <a:srgbClr val="2A3B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3017520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38928" y="331012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14600" y="3268980"/>
            <a:ext cx="2514600" cy="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0" y="4023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E2E4A"/>
          </a:solidFill>
          <a:ln w="15875">
            <a:solidFill>
              <a:srgbClr val="1FC8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38928" y="4114800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Worker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38928" y="440740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2180" y="3611880"/>
            <a:ext cx="0" cy="41148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4023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6233A"/>
          </a:solidFill>
          <a:ln w="15875">
            <a:solidFill>
              <a:srgbClr val="2A3B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4114800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16368" y="440740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 / db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95160" y="4366260"/>
            <a:ext cx="411480" cy="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06640" y="5166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E2E4A"/>
          </a:solidFill>
          <a:ln w="15875">
            <a:solidFill>
              <a:srgbClr val="1FC8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5257800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Query Engine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16368" y="555040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Gemini answer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89620" y="4709160"/>
            <a:ext cx="0" cy="45720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029200" y="516636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1E2E4A"/>
          </a:solidFill>
          <a:ln w="15875">
            <a:solidFill>
              <a:srgbClr val="1FC8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5257800"/>
            <a:ext cx="17465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/sentinel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38928" y="555040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95160" y="5509260"/>
            <a:ext cx="411480" cy="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4008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/ Error path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/ error middleware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app.add_middleware(SentinelMiddleware) wraps every request, capturing timing, status, and — on failure — the full exception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600" y="16916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correlating request, response and any error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67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/ path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21671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 and route path (e.g. POST /api/orders)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642616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426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6426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 status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181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11810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latency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93592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935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exception_type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5935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KeyError, ValidationError, IntegrityError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691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16916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formatted stack trace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167128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167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source_location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21671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path + line number where the exception originated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642616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6426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request_meta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264261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(sanitized), query params, path params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3118104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1181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body_snippet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09560" y="311810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Truncated, PII-redacted request body for context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3593592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5935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87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embedding_id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09560" y="35935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to the Gemini embedding vector for this event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middleware once — everything else is automatic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680960" cy="4480560"/>
          </a:xfrm>
          <a:prstGeom prst="roundRect">
            <a:avLst>
              <a:gd name="adj" fmla="val 1633"/>
            </a:avLst>
          </a:prstGeom>
          <a:solidFill>
            <a:srgbClr val="0A1220"/>
          </a:solidFill>
          <a:ln w="12700">
            <a:solidFill>
              <a:srgbClr val="23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146304" cy="146304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783080"/>
            <a:ext cx="146304" cy="146304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1783080"/>
            <a:ext cx="146304" cy="146304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7132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sentinel_sdk import SentinelMiddleware, SentinelConfig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app.add_middleware(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SentinelMiddleware,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config=SentinelConfig(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gemini_api_key="env:GEMINI_API_KEY",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storage_url="sqlite:///./sentinel.db",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dashboard_path="/sentinel",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redact_fields=["password", "authorization", "token"],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capture_request_body=True,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49640" y="173736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32520" y="1901952"/>
            <a:ext cx="320040" cy="54864"/>
          </a:xfrm>
          <a:prstGeom prst="roundRect">
            <a:avLst/>
          </a:prstGeom>
          <a:solidFill>
            <a:srgbClr val="1FC8A7"/>
          </a:solidFill>
          <a:ln/>
        </p:spPr>
      </p:sp>
      <p:sp>
        <p:nvSpPr>
          <p:cNvPr id="11" name="Text 9"/>
          <p:cNvSpPr/>
          <p:nvPr/>
        </p:nvSpPr>
        <p:spPr>
          <a:xfrm>
            <a:off x="8732520" y="2029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32520" y="2286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add_middleware — no separate agent process.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49640" y="315468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32520" y="3319272"/>
            <a:ext cx="320040" cy="54864"/>
          </a:xfrm>
          <a:prstGeom prst="roundRect">
            <a:avLst/>
          </a:prstGeom>
          <a:solidFill>
            <a:srgbClr val="1FC8A7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34472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3703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backend, dashboard path, and redaction all set in SentinelConfig.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9640" y="457200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32520" y="4736592"/>
            <a:ext cx="320040" cy="54864"/>
          </a:xfrm>
          <a:prstGeom prst="roundRect">
            <a:avLst/>
          </a:prstGeom>
          <a:solidFill>
            <a:srgbClr val="1FC8A7"/>
          </a:solidFill>
          <a:ln/>
        </p:spPr>
      </p:sp>
      <p:sp>
        <p:nvSpPr>
          <p:cNvPr id="19" name="Text 17"/>
          <p:cNvSpPr/>
          <p:nvPr/>
        </p:nvSpPr>
        <p:spPr>
          <a:xfrm>
            <a:off x="8732520" y="4864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stay out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51206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 read from the environment, never hard-coded.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RAG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flow — every captured error becomes a searchable vector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011680"/>
            <a:ext cx="548640" cy="54864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occurs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builds a structured ErrorDocument — type, message, trace, route, request context.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3246120"/>
            <a:ext cx="320040" cy="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228600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2011680"/>
            <a:ext cx="548640" cy="54864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06324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text is sent to the Gemini embedding model to produce a vector.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3246120"/>
            <a:ext cx="320040" cy="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26480" y="228600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18020" y="2011680"/>
            <a:ext cx="548640" cy="54864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8" name="Text 16"/>
          <p:cNvSpPr/>
          <p:nvPr/>
        </p:nvSpPr>
        <p:spPr>
          <a:xfrm>
            <a:off x="70180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06324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metadata are written to the vector index (in-memory for dev, pgvector/FAISS at scale).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3246120"/>
            <a:ext cx="320040" cy="0"/>
          </a:xfrm>
          <a:prstGeom prst="line">
            <a:avLst/>
          </a:prstGeom>
          <a:noFill/>
          <a:ln w="22225">
            <a:solidFill>
              <a:srgbClr val="1FC8A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78240" y="228600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69780" y="2011680"/>
            <a:ext cx="548640" cy="54864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24" name="Text 22"/>
          <p:cNvSpPr/>
          <p:nvPr/>
        </p:nvSpPr>
        <p:spPr>
          <a:xfrm>
            <a:off x="96697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0" y="2697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61120" y="306324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is also stored in the relational log table for the raw dashboard view.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461772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E1A2B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C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sentinel_sdk / rag / engine.py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4983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index_error(event: ErrorEvent) -&gt; None: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 = await gemini_embed(build_error_document(event), model="gemini-embedding-001")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7DE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vector_store.upsert(id=event.id, vector=vector, meta=event.to_meta())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Sentinel — the query (RAG)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8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does POST /checkout keep returning 500?” → a grounded, cited answer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423160"/>
            <a:ext cx="0" cy="384048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892808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892808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opens /sentinel and asks a question in plain English.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3264408"/>
            <a:ext cx="0" cy="384048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2734056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734056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is embedded and matched against the vector index (cosine similarity, top-k = 5–10).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648456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51560" y="4105656"/>
            <a:ext cx="0" cy="384048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3575304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575304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events + their tracebacks are assembled into a context window.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489704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1560" y="4946904"/>
            <a:ext cx="0" cy="384048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4416552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416552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 are sent to Gemini with a system prompt: cite the file/line, explain root cause.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330952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08760" y="5257800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5257800"/>
            <a:ext cx="9052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streams back with clickable links to the exact log entries used as evidence.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/sentinel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as a sub-application — no separate deployment needed. Three views: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16233A"/>
          </a:solidFill>
          <a:ln w="15875">
            <a:solidFill>
              <a:srgbClr val="2A3B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2A3B5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C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Stream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 of requests and errors via WebSocket, filterable by route, status code, and time range.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16233A"/>
          </a:solidFill>
          <a:ln w="15875">
            <a:solidFill>
              <a:srgbClr val="2A3B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548640" cy="548640"/>
          </a:xfrm>
          <a:prstGeom prst="ellipse">
            <a:avLst/>
          </a:prstGeom>
          <a:solidFill>
            <a:srgbClr val="2A3B5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C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Explorer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and deduplicated errors (by exception type + route) with frequency counts and trend sparklines.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17342E"/>
          </a:solidFill>
          <a:ln w="15875">
            <a:solidFill>
              <a:srgbClr val="1FC8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286000"/>
            <a:ext cx="548640" cy="54864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Sentinel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47472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chat box where developers type a question and get a grounded, cited answer with links to source.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surface — mounted under /sentinel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20624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58521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/sentinel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UI (HTML/JS)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/sentinel/api/logs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Paginated, filterable log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/sentinel/api/logs/stream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log 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/sentinel/api/errors/grouped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Deduplicated error groups + 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/sentinel/api/ask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question → grounded answer + sources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18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/sentinel/api/health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4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+ storage + Gemini connectivity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10881360" cy="502920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4937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Choice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Starlette BaseHTTPMiddleware / pure ASGI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FastAPI's underlying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(dev)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(aiosqlite)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Zero-config local 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(prod)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pgvector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log volume and vector search together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Embedding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 model, batched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 (chat/generate)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Streams grounded answers for the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or in-process FAISS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based on storage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Server-rendered + lightweight JS (HTMX/React)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Ships as static assets bundled with the package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87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PyPI — pip install sentinel-sdk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E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extras: sentinel-sdk[postgres]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privacy considerations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74920" cy="1252728"/>
          </a:xfrm>
          <a:prstGeom prst="roundRect">
            <a:avLst>
              <a:gd name="adj" fmla="val 7299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819656"/>
            <a:ext cx="420624" cy="420624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819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647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redaction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deny-list (passwords, tokens, auth headers) stripped before storage or embedding.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600200"/>
            <a:ext cx="5074920" cy="1252728"/>
          </a:xfrm>
          <a:prstGeom prst="roundRect">
            <a:avLst>
              <a:gd name="adj" fmla="val 7299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819656"/>
            <a:ext cx="420624" cy="420624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0" name="Text 8"/>
          <p:cNvSpPr/>
          <p:nvPr/>
        </p:nvSpPr>
        <p:spPr>
          <a:xfrm>
            <a:off x="6291072" y="1819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3720" y="176479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by default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0372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local vector index; nothing leaves the server except text sent to Gemini for embeddings/generation.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5074920" cy="1252728"/>
          </a:xfrm>
          <a:prstGeom prst="roundRect">
            <a:avLst>
              <a:gd name="adj" fmla="val 7299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300984"/>
            <a:ext cx="420624" cy="420624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3009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3246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auth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08760" y="355701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/sentinel should be protected — basic auth, IP allowlist, or the app's existing auth dependency.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3081528"/>
            <a:ext cx="5074920" cy="1252728"/>
          </a:xfrm>
          <a:prstGeom prst="roundRect">
            <a:avLst>
              <a:gd name="adj" fmla="val 7299"/>
            </a:avLst>
          </a:prstGeom>
          <a:solidFill>
            <a:srgbClr val="16233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3300984"/>
            <a:ext cx="420624" cy="420624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33009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3246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handling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903720" y="355701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key read from environment/secret manager, never logged or embedded in stored documents.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62856"/>
            <a:ext cx="10469880" cy="1252728"/>
          </a:xfrm>
          <a:prstGeom prst="roundRect">
            <a:avLst>
              <a:gd name="adj" fmla="val 7299"/>
            </a:avLst>
          </a:prstGeom>
          <a:solidFill>
            <a:srgbClr val="17342E"/>
          </a:solidFill>
          <a:ln w="12700">
            <a:solidFill>
              <a:srgbClr val="1FC8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782312"/>
            <a:ext cx="420624" cy="420624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782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08760" y="4727448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508760" y="5038344"/>
            <a:ext cx="9006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TTL to auto-purge old log and vector entries.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build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3108960"/>
            <a:ext cx="10515600" cy="0"/>
          </a:xfrm>
          <a:prstGeom prst="line">
            <a:avLst/>
          </a:prstGeom>
          <a:noFill/>
          <a:ln w="25400">
            <a:solidFill>
              <a:srgbClr val="E3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0" cy="22860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647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middleware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0574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request/error events, write to SQLite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97480" y="2880360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26080" y="3337560"/>
            <a:ext cx="0" cy="22860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4540" y="35661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25980" y="36393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7692" y="393192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/sentinel with live log stream + error explorer (no AI yet)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2606040"/>
            <a:ext cx="0" cy="22860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37660" y="16916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9100" y="17647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10812" y="20574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every error event as a vector on capture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03720" y="2880360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32320" y="3337560"/>
            <a:ext cx="0" cy="22860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40780" y="35661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32220" y="36393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13932" y="393192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/sentinel/api/ask endpoint + chat UI, grounded answers with citations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06840" y="2880360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35440" y="2606040"/>
            <a:ext cx="0" cy="22860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43900" y="169164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35340" y="176479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17052" y="205740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Postgres/pgvector backend, auth, redaction, retention policy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1109960" y="2880360"/>
            <a:ext cx="457200" cy="457200"/>
          </a:xfrm>
          <a:prstGeom prst="ellipse">
            <a:avLst/>
          </a:prstGeom>
          <a:solidFill>
            <a:srgbClr val="1FC8A7"/>
          </a:solidFill>
          <a:ln/>
        </p:spPr>
      </p:sp>
      <p:sp>
        <p:nvSpPr>
          <p:cNvPr id="35" name="Text 33"/>
          <p:cNvSpPr/>
          <p:nvPr/>
        </p:nvSpPr>
        <p:spPr>
          <a:xfrm>
            <a:off x="111099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1338560" y="3337560"/>
            <a:ext cx="0" cy="228600"/>
          </a:xfrm>
          <a:prstGeom prst="line">
            <a:avLst/>
          </a:prstGeom>
          <a:noFill/>
          <a:ln w="19050">
            <a:solidFill>
              <a:srgbClr val="E3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51415" y="35661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42855" y="363931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docs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024567" y="3931920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PyPI, quick-start docs, example FastAPI repo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names, config options, and storage choices can be adjusted as real-world usage emerges.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16736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16736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16736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00784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700784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00784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00784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4832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4832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84832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4832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68880" y="548640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468880" y="932688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468880" y="1316736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468880" y="1700784"/>
            <a:ext cx="54864" cy="54864"/>
          </a:xfrm>
          <a:prstGeom prst="ellipse">
            <a:avLst/>
          </a:prstGeom>
          <a:solidFill>
            <a:srgbClr val="1FC8A7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logs into answers.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82296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— self-hosted, semantic, grounded in your own tracebacks.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" y="4114800"/>
            <a:ext cx="3657600" cy="0"/>
          </a:xfrm>
          <a:prstGeom prst="line">
            <a:avLst/>
          </a:prstGeom>
          <a:noFill/>
          <a:ln w="25400">
            <a:solidFill>
              <a:srgbClr val="1FC8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C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sentinel-sdk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2026-08-26T11:28:32Z</dcterms:created>
  <dcterms:modified xsi:type="dcterms:W3CDTF">2026-08-26T11:28:32Z</dcterms:modified>
</cp:coreProperties>
</file>
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64008" cy="64008"/>
          </a:xfrm>
          <a:prstGeom prst="ellipse">
            <a:avLst/>
          </a:prstGeom>
          <a:solidFill>
            <a:srgbClr val="1E2739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640080"/>
            <a:ext cx="64008" cy="6400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640080"/>
            <a:ext cx="64008" cy="64008"/>
          </a:xfrm>
          <a:prstGeom prst="ellipse">
            <a:avLst/>
          </a:prstGeom>
          <a:solidFill>
            <a:srgbClr val="1E2739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960120"/>
            <a:ext cx="64008" cy="64008"/>
          </a:xfrm>
          <a:prstGeom prst="ellipse">
            <a:avLst/>
          </a:prstGeom>
          <a:solidFill>
            <a:srgbClr val="1E2739"/>
          </a:solidFill>
          <a:ln/>
        </p:spPr>
      </p:sp>
      <p:sp>
        <p:nvSpPr>
          <p:cNvPr id="6" name="Shape 4"/>
          <p:cNvSpPr/>
          <p:nvPr/>
        </p:nvSpPr>
        <p:spPr>
          <a:xfrm>
            <a:off x="10012680" y="960120"/>
            <a:ext cx="64008" cy="64008"/>
          </a:xfrm>
          <a:prstGeom prst="ellipse">
            <a:avLst/>
          </a:prstGeom>
          <a:solidFill>
            <a:srgbClr val="1E2739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960120"/>
            <a:ext cx="64008" cy="64008"/>
          </a:xfrm>
          <a:prstGeom prst="ellipse">
            <a:avLst/>
          </a:prstGeom>
          <a:solidFill>
            <a:srgbClr val="1E273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FULL-STACK HEALTH &amp; INCIDENT COPILOT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in seconds, not hours — across frontend, backend, and database.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4251960"/>
            <a:ext cx="914400" cy="0"/>
          </a:xfrm>
          <a:prstGeom prst="line">
            <a:avLst/>
          </a:prstGeom>
          <a:noFill/>
          <a:ln w="31750">
            <a:solidFill>
              <a:srgbClr val="00D9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500" b="1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Jatin</a:t>
            </a:r>
            <a:pPr indent="0" marL="0">
              <a:buNone/>
            </a:pPr>
            <a:r>
              <a:rPr lang="en-US" sz="150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Team </a:t>
            </a:r>
            <a:pPr indent="0" marL="0">
              <a:buNone/>
            </a:pPr>
            <a:r>
              <a:rPr lang="en-US" sz="15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QuantumFlux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503920" y="507492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161D2B"/>
          </a:solidFill>
          <a:ln w="12700">
            <a:solidFill>
              <a:srgbClr val="1E27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68512" y="5212080"/>
            <a:ext cx="109728" cy="10972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5" name="Text 13"/>
          <p:cNvSpPr/>
          <p:nvPr/>
        </p:nvSpPr>
        <p:spPr>
          <a:xfrm>
            <a:off x="8887968" y="50749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835640" y="50749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03920" y="557784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161D2B"/>
          </a:solidFill>
          <a:ln w="12700">
            <a:solidFill>
              <a:srgbClr val="1E27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68512" y="5715000"/>
            <a:ext cx="109728" cy="10972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9" name="Text 17"/>
          <p:cNvSpPr/>
          <p:nvPr/>
        </p:nvSpPr>
        <p:spPr>
          <a:xfrm>
            <a:off x="8887968" y="5577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835640" y="5577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03920" y="608076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161D2B"/>
          </a:solidFill>
          <a:ln w="12700">
            <a:solidFill>
              <a:srgbClr val="1E27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68512" y="6217920"/>
            <a:ext cx="109728" cy="109728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3" name="Text 21"/>
          <p:cNvSpPr/>
          <p:nvPr/>
        </p:nvSpPr>
        <p:spPr>
          <a:xfrm>
            <a:off x="8887968" y="6080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835640" y="6080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9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something breaks, the hardest part isn't the fix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figuring out which of three disconnected layers failed first — while the clock is running.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1568196" y="2628900"/>
            <a:ext cx="685800" cy="685800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7" name="Text 5"/>
          <p:cNvSpPr/>
          <p:nvPr/>
        </p:nvSpPr>
        <p:spPr>
          <a:xfrm>
            <a:off x="1568196" y="26289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visibility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and DB metrics live in separate tools — no one connects the dots.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8144" y="233172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2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4366260" y="2628900"/>
            <a:ext cx="685800" cy="685800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6289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21024" y="352044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log-diving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66744" y="4160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dig through logs across three systems just to find where an issue started.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233172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2F5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164324" y="2628900"/>
            <a:ext cx="685800" cy="685800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17" name="Text 15"/>
          <p:cNvSpPr/>
          <p:nvPr/>
        </p:nvSpPr>
        <p:spPr>
          <a:xfrm>
            <a:off x="7164324" y="26289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19088" y="352044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Jargon over answers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4808" y="4160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show raw metrics, not a plain-language explanation of what actually happened.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34272" y="233172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F2F5F8"/>
          </a:solidFill>
          <a:ln/>
        </p:spPr>
      </p:sp>
      <p:sp>
        <p:nvSpPr>
          <p:cNvPr id="21" name="Shape 19"/>
          <p:cNvSpPr/>
          <p:nvPr/>
        </p:nvSpPr>
        <p:spPr>
          <a:xfrm>
            <a:off x="9962388" y="2628900"/>
            <a:ext cx="685800" cy="685800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22" name="Text 20"/>
          <p:cNvSpPr/>
          <p:nvPr/>
        </p:nvSpPr>
        <p:spPr>
          <a:xfrm>
            <a:off x="9962388" y="26289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17152" y="3520440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slow MTTR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62872" y="416052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minute spent investigating is downtime, lost revenue, and eroded trust.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9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hours of cross-layer debugging into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 of grounded insight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Sentinel's goal is simple: give every engineering team an AI co-pilot that watches their whole stack, catches problems early, and explains root cause the moment it happens — grounded in what actually fixed it last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2376" y="3721608"/>
            <a:ext cx="292608" cy="29260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3721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37033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engineering &amp; SRE teams running full-stack apps, from startups to platform teams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2376" y="4343400"/>
            <a:ext cx="292608" cy="29260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4343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432511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Mean-Time-To-Resolution by connecting frontend, backend, and DB signals automatically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2376" y="4965192"/>
            <a:ext cx="292608" cy="29260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4965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494690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on-call burden — junior engineers get a senior-level root-cause explanation instantly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35240" y="777240"/>
            <a:ext cx="3886200" cy="5166360"/>
          </a:xfrm>
          <a:prstGeom prst="roundRect">
            <a:avLst>
              <a:gd name="adj" fmla="val 2824"/>
            </a:avLst>
          </a:prstGeom>
          <a:solidFill>
            <a:srgbClr val="0B0F17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1000" y="150876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61D2B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6184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apps are the default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83880" y="198424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products span a web frontend, an API layer, and a database — each owned differently, monitored separately.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01000" y="2953512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61D2B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make plain-language RCA possible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83880" y="34290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grounded on past incidents can explain root cause the way a senior engineer would — instantly.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01000" y="4398264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61D2B"/>
          </a:solidFill>
          <a:ln/>
        </p:spPr>
      </p:sp>
      <p:sp>
        <p:nvSpPr>
          <p:cNvPr id="23" name="Text 21"/>
          <p:cNvSpPr/>
          <p:nvPr/>
        </p:nvSpPr>
        <p:spPr>
          <a:xfrm>
            <a:off x="8183880" y="4507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Downtime is a board-level metric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183880" y="487375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now shows up in retention, NPS, and revenue — not just an engineering KPI.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SENTINEL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tools show metrics. Sentinel gives answers.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4343400"/>
          </a:xfrm>
          <a:prstGeom prst="roundRect">
            <a:avLst>
              <a:gd name="adj" fmla="val 2526"/>
            </a:avLst>
          </a:prstGeom>
          <a:solidFill>
            <a:srgbClr val="161D2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9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Monitoring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660904"/>
            <a:ext cx="274320" cy="274320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60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26517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dashboards, viewed in isolation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483864"/>
            <a:ext cx="274320" cy="274320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483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34747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manually compares layers to find root cause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4306824"/>
            <a:ext cx="274320" cy="274320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306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42976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alerts with no historical context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05840" y="5129784"/>
            <a:ext cx="274320" cy="274320"/>
          </a:xfrm>
          <a:prstGeom prst="ellipse">
            <a:avLst/>
          </a:prstGeom>
          <a:solidFill>
            <a:srgbClr val="3A435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129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51206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deep tribal knowledge to interpret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1691640"/>
            <a:ext cx="5074920" cy="4343400"/>
          </a:xfrm>
          <a:prstGeom prst="roundRect">
            <a:avLst>
              <a:gd name="adj" fmla="val 2526"/>
            </a:avLst>
          </a:prstGeom>
          <a:solidFill>
            <a:srgbClr val="1E2739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9659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37960" y="2660904"/>
            <a:ext cx="274320" cy="27432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660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6517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view across frontend, backend &amp; database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3483864"/>
            <a:ext cx="274320" cy="27432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483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34747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connects the dots and states the root cause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4306824"/>
            <a:ext cx="274320" cy="27432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4306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42976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fix, pulled from similar past incidents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37960" y="5129784"/>
            <a:ext cx="274320" cy="27432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5129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51206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 — anyone on the team can act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9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three monitored layers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2F5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interceptor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2468880"/>
            <a:ext cx="0" cy="320040"/>
          </a:xfrm>
          <a:prstGeom prst="line">
            <a:avLst/>
          </a:prstGeom>
          <a:noFill/>
          <a:ln w="25400">
            <a:solidFill>
              <a:srgbClr val="049C7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16916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2F5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middleware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2468880"/>
            <a:ext cx="0" cy="320040"/>
          </a:xfrm>
          <a:prstGeom prst="line">
            <a:avLst/>
          </a:prstGeom>
          <a:noFill/>
          <a:ln w="25400">
            <a:solidFill>
              <a:srgbClr val="049C7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16916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2F5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poller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2468880"/>
            <a:ext cx="0" cy="320040"/>
          </a:xfrm>
          <a:prstGeom prst="line">
            <a:avLst/>
          </a:prstGeom>
          <a:noFill/>
          <a:ln w="25400">
            <a:solidFill>
              <a:srgbClr val="049C7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7240" y="2880360"/>
            <a:ext cx="7818120" cy="594360"/>
          </a:xfrm>
          <a:prstGeom prst="roundRect">
            <a:avLst>
              <a:gd name="adj" fmla="val 12308"/>
            </a:avLst>
          </a:prstGeom>
          <a:solidFill>
            <a:srgbClr val="0B0F1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80360"/>
            <a:ext cx="7543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API  (POST /events)   →   validates key, resolves project   →   Redis Queue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3474720"/>
            <a:ext cx="0" cy="320040"/>
          </a:xfrm>
          <a:prstGeom prst="line">
            <a:avLst/>
          </a:prstGeom>
          <a:noFill/>
          <a:ln w="25400">
            <a:solidFill>
              <a:srgbClr val="049C7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7240" y="39776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Service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4165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threshold checks against event context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43400" y="4434840"/>
            <a:ext cx="548640" cy="0"/>
          </a:xfrm>
          <a:prstGeom prst="line">
            <a:avLst/>
          </a:prstGeom>
          <a:noFill/>
          <a:ln w="25400">
            <a:solidFill>
              <a:srgbClr val="049C7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29200" y="39776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+ LLM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44165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similarity search grounds the AI's severity + root cause + fix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12280" y="4892040"/>
            <a:ext cx="0" cy="320040"/>
          </a:xfrm>
          <a:prstGeom prst="line">
            <a:avLst/>
          </a:prstGeom>
          <a:noFill/>
          <a:ln w="25400">
            <a:solidFill>
              <a:srgbClr val="049C7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709160" y="5166360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00D9A3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51663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WebSocket  →  Live Dashboard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06840" y="1691640"/>
            <a:ext cx="2514600" cy="4251960"/>
          </a:xfrm>
          <a:prstGeom prst="roundRect">
            <a:avLst>
              <a:gd name="adj" fmla="val 3636"/>
            </a:avLst>
          </a:prstGeom>
          <a:solidFill>
            <a:srgbClr val="F2F5F8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1920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9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89720" y="22860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repeated embedding lookups and frequent incident matches to cut LLM cost and latency across the whole pipeline.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89720" y="3657600"/>
            <a:ext cx="214884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9720" y="37947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9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BY PROJECT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89720" y="41605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— ingestion, RAG retrieval, and the live feed — is isolated per project, end to end.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9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team needs to trust their stack again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5F8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1773936"/>
            <a:ext cx="566928" cy="566928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anomaly detection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spikes, error spikes, and DB pool exhaustion caught the moment thresholds are crossed.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4608576" y="1773936"/>
            <a:ext cx="566928" cy="566928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Cross-layer root cause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what frontend, backend, and DB each saw for the same request to pinpoint the true source.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7616" y="1773936"/>
            <a:ext cx="566928" cy="566928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2468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severity + summary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28803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turns raw event context into a plain-language explanation anyone on the team can act 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5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59536" y="3968496"/>
            <a:ext cx="566928" cy="566928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3968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" y="4663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RAG-grounded fixes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50749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closest matching past incident, scoped to your project, so suggestions are proven — not generic.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3794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5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608576" y="3968496"/>
            <a:ext cx="566928" cy="566928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3968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17720" y="4663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architecture view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17720" y="50749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Backend / DB boxes change color with health, pushed live over WebSockets.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794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5F8"/>
          </a:solidFill>
          <a:ln/>
        </p:spPr>
      </p:sp>
      <p:sp>
        <p:nvSpPr>
          <p:cNvPr id="30" name="Shape 28"/>
          <p:cNvSpPr/>
          <p:nvPr/>
        </p:nvSpPr>
        <p:spPr>
          <a:xfrm>
            <a:off x="8357616" y="3968496"/>
            <a:ext cx="566928" cy="566928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31" name="Text 29"/>
          <p:cNvSpPr/>
          <p:nvPr/>
        </p:nvSpPr>
        <p:spPr>
          <a:xfrm>
            <a:off x="8357616" y="3968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366760" y="4663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One-line integration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66760" y="50749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interceptor, a middleware, and a poller script — pointed at an API key via env vars. No rewrite required.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9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broken checkout flow to a root cause — in seconds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731234" y="2788920"/>
            <a:ext cx="8729228" cy="0"/>
          </a:xfrm>
          <a:prstGeom prst="line">
            <a:avLst/>
          </a:prstGeom>
          <a:noFill/>
          <a:ln w="25400">
            <a:solidFill>
              <a:srgbClr val="E1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9774" y="2537460"/>
            <a:ext cx="502920" cy="502920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6" name="Text 4"/>
          <p:cNvSpPr/>
          <p:nvPr/>
        </p:nvSpPr>
        <p:spPr>
          <a:xfrm>
            <a:off x="1479774" y="25374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99942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triggered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190798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 spike exhausts the database connection pool on the demo checkout app.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62081" y="2537460"/>
            <a:ext cx="502920" cy="502920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10" name="Text 8"/>
          <p:cNvSpPr/>
          <p:nvPr/>
        </p:nvSpPr>
        <p:spPr>
          <a:xfrm>
            <a:off x="3662081" y="25374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13827" y="3246120"/>
            <a:ext cx="199942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ingested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59547" y="3749040"/>
            <a:ext cx="190798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event is validated by API key and pushed onto the queue in milliseconds.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44388" y="2537460"/>
            <a:ext cx="502920" cy="502920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14" name="Text 12"/>
          <p:cNvSpPr/>
          <p:nvPr/>
        </p:nvSpPr>
        <p:spPr>
          <a:xfrm>
            <a:off x="5844388" y="25374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96134" y="3246120"/>
            <a:ext cx="199942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41854" y="3749040"/>
            <a:ext cx="190798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checks the event against thresholds and flags a critical incident.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26695" y="2537460"/>
            <a:ext cx="502920" cy="502920"/>
          </a:xfrm>
          <a:prstGeom prst="ellipse">
            <a:avLst/>
          </a:prstGeom>
          <a:solidFill>
            <a:srgbClr val="0B0F17"/>
          </a:solidFill>
          <a:ln/>
        </p:spPr>
      </p:sp>
      <p:sp>
        <p:nvSpPr>
          <p:cNvPr id="18" name="Text 16"/>
          <p:cNvSpPr/>
          <p:nvPr/>
        </p:nvSpPr>
        <p:spPr>
          <a:xfrm>
            <a:off x="8026695" y="25374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78441" y="3246120"/>
            <a:ext cx="199942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explains 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24161" y="3749040"/>
            <a:ext cx="190798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a similar past incident; the LLM states severity, root cause, and the fix that worked before.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209002" y="253746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2" name="Text 20"/>
          <p:cNvSpPr/>
          <p:nvPr/>
        </p:nvSpPr>
        <p:spPr>
          <a:xfrm>
            <a:off x="10209002" y="25374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60748" y="3246120"/>
            <a:ext cx="199942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updates live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506468" y="3749040"/>
            <a:ext cx="190798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 box turns red and an incident card with the explanation appears instantly.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TEAMS, NOT JUST DEMOS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security from day 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309360" cy="960120"/>
          </a:xfrm>
          <a:prstGeom prst="roundRect">
            <a:avLst>
              <a:gd name="adj" fmla="val 9524"/>
            </a:avLst>
          </a:prstGeom>
          <a:solidFill>
            <a:srgbClr val="1E2739"/>
          </a:solidFill>
          <a:ln w="15875">
            <a:solidFill>
              <a:srgbClr val="00D9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that matters most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 is always derived server-side from an authenticated identity — API key or session — never trusted from a client-supplied field.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161D2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8803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Incoming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218688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carries the project's API key in the header. Sentinel hashes it, resolves the project, and rejects unknown keys — the client never sets project_id.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457200" cy="457200"/>
          </a:xfrm>
          <a:prstGeom prst="ellipse">
            <a:avLst/>
          </a:prstGeom>
          <a:solidFill>
            <a:srgbClr val="161D2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9319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Outgoing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270248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queries and the live WebSocket feed are filtered by the project_id derived from the logged-in session — never from a client parameter.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06640" y="1691640"/>
            <a:ext cx="4160520" cy="4434840"/>
          </a:xfrm>
          <a:prstGeom prst="roundRect">
            <a:avLst>
              <a:gd name="adj" fmla="val 2637"/>
            </a:avLst>
          </a:prstGeom>
          <a:solidFill>
            <a:srgbClr val="161D2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TABLE, ONE FOREIGN KEY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2331720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1E2739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23317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80960" y="2862072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141B29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286207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 ← user_id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80960" y="3392424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141B29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0" y="339242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api_keys  ← project_id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80960" y="3922776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141B29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0" y="392277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 ← project_id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80960" y="4453128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141B29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445312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 ← project_id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80960" y="4983480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141B29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0" y="49834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incident_embeddings  ← project_id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680960" y="5513832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141B29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0" y="551383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 ← project_id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80960" y="6135624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databases per customer needed — filtering by project_id is the entire multi-tenancy mechanism.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9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&amp; 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proven stack, with a clear path forward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9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0253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18541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002536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0" y="218541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Streams / Celery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587752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2432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80720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+ pgvector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37560" y="2587752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62432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0" y="280720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WebSockets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209544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4612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RAG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34290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+ Claude / OpenAI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37560" y="3209544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24612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0" y="34290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TypeScript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831336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86791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40507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with refresh rotation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37560" y="3831336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86791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0" y="40507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160020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0B0F17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46520" y="2304288"/>
            <a:ext cx="365760" cy="365760"/>
          </a:xfrm>
          <a:prstGeom prst="ellipse">
            <a:avLst/>
          </a:prstGeom>
          <a:solidFill>
            <a:srgbClr val="161D2B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304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228600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Self-serve onboarding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49440" y="261518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creation, API key management, and regeneration in-app.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46520" y="3264408"/>
            <a:ext cx="365760" cy="365760"/>
          </a:xfrm>
          <a:prstGeom prst="ellipse">
            <a:avLst/>
          </a:prstGeom>
          <a:solidFill>
            <a:srgbClr val="161D2B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3264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49440" y="32461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Alerting integrations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949440" y="357530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and email notifications the moment a critical incident is detected.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46520" y="4224528"/>
            <a:ext cx="365760" cy="365760"/>
          </a:xfrm>
          <a:prstGeom prst="ellipse">
            <a:avLst/>
          </a:prstGeom>
          <a:solidFill>
            <a:srgbClr val="161D2B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49440" y="42062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Auto-suggested fixes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949440" y="453542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a code diff, not just a text explanation, for common failure classes.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46520" y="5184648"/>
            <a:ext cx="365760" cy="365760"/>
          </a:xfrm>
          <a:prstGeom prst="ellipse">
            <a:avLst/>
          </a:prstGeom>
          <a:solidFill>
            <a:srgbClr val="161D2B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5184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49440" y="516636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949440" y="549554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engineer vs. admin views within a single project.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make full-stack reliability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co-pilot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already ingests real signals across frontend, backend, and database, detects anomalies, and grounds AI root-cause analysis in historical incidents — live, per-tenant, and demo-ready today. We're looking for partners to help us take it from hackathon build to production platform.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914400" cy="0"/>
          </a:xfrm>
          <a:prstGeom prst="line">
            <a:avLst/>
          </a:prstGeom>
          <a:noFill/>
          <a:ln w="31750">
            <a:solidFill>
              <a:srgbClr val="00D9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Jatin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QuantumFlux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109728" cy="10972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5623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5806440"/>
            <a:ext cx="109728" cy="10972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5623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5806440"/>
            <a:ext cx="109728" cy="10972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5623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2026-08-10T05:34:27Z</dcterms:created>
  <dcterms:modified xsi:type="dcterms:W3CDTF">2026-08-10T05:34:27Z</dcterms:modified>
</cp:coreProperties>
</file>